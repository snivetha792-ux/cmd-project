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55B41E-FFA7-4245-AB0F-521C295E854A}" v="13" dt="2026-06-23T14:51:35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vetha srinivasan" userId="a6fd386ab4ce8aac" providerId="LiveId" clId="{224B9DF2-1745-4E61-8056-B421731522DD}"/>
    <pc:docChg chg="undo custSel modSld">
      <pc:chgData name="Nivetha srinivasan" userId="a6fd386ab4ce8aac" providerId="LiveId" clId="{224B9DF2-1745-4E61-8056-B421731522DD}" dt="2026-06-23T14:50:55.770" v="55"/>
      <pc:docMkLst>
        <pc:docMk/>
      </pc:docMkLst>
      <pc:sldChg chg="addSp delSp modSp mod modTransition">
        <pc:chgData name="Nivetha srinivasan" userId="a6fd386ab4ce8aac" providerId="LiveId" clId="{224B9DF2-1745-4E61-8056-B421731522DD}" dt="2026-06-23T14:49:59.014" v="44"/>
        <pc:sldMkLst>
          <pc:docMk/>
          <pc:sldMk cId="0" sldId="256"/>
        </pc:sldMkLst>
        <pc:spChg chg="mod">
          <ac:chgData name="Nivetha srinivasan" userId="a6fd386ab4ce8aac" providerId="LiveId" clId="{224B9DF2-1745-4E61-8056-B421731522DD}" dt="2026-06-23T14:37:33.357" v="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6:59.622" v="30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38:08.082" v="4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3:23.595" v="14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6:09.777" v="26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3:19.582" v="13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2:35.527" v="9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5:06.172" v="23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3:42.766" v="18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38:14.876" v="5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6:32.838" v="29" actId="1410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38:22.695" v="6" actId="1076"/>
          <ac:spMkLst>
            <pc:docMk/>
            <pc:sldMk cId="0" sldId="256"/>
            <ac:spMk id="14" creationId="{00000000-0000-0000-0000-000000000000}"/>
          </ac:spMkLst>
        </pc:spChg>
        <pc:spChg chg="add del">
          <ac:chgData name="Nivetha srinivasan" userId="a6fd386ab4ce8aac" providerId="LiveId" clId="{224B9DF2-1745-4E61-8056-B421731522DD}" dt="2026-06-23T14:43:05.713" v="12" actId="11529"/>
          <ac:spMkLst>
            <pc:docMk/>
            <pc:sldMk cId="0" sldId="256"/>
            <ac:spMk id="17" creationId="{DEF4655E-AD95-A4F9-D8C7-191C861B1BAB}"/>
          </ac:spMkLst>
        </pc:spChg>
        <pc:spChg chg="add del">
          <ac:chgData name="Nivetha srinivasan" userId="a6fd386ab4ce8aac" providerId="LiveId" clId="{224B9DF2-1745-4E61-8056-B421731522DD}" dt="2026-06-23T14:44:13.520" v="20" actId="11529"/>
          <ac:spMkLst>
            <pc:docMk/>
            <pc:sldMk cId="0" sldId="256"/>
            <ac:spMk id="18" creationId="{212E9D14-1A1D-A637-1B8E-434628699F7E}"/>
          </ac:spMkLst>
        </pc:spChg>
      </pc:sldChg>
      <pc:sldChg chg="modTransition">
        <pc:chgData name="Nivetha srinivasan" userId="a6fd386ab4ce8aac" providerId="LiveId" clId="{224B9DF2-1745-4E61-8056-B421731522DD}" dt="2026-06-23T14:50:08.084" v="45"/>
        <pc:sldMkLst>
          <pc:docMk/>
          <pc:sldMk cId="0" sldId="257"/>
        </pc:sldMkLst>
      </pc:sldChg>
      <pc:sldChg chg="modSp mod modTransition">
        <pc:chgData name="Nivetha srinivasan" userId="a6fd386ab4ce8aac" providerId="LiveId" clId="{224B9DF2-1745-4E61-8056-B421731522DD}" dt="2026-06-23T14:50:15.920" v="46"/>
        <pc:sldMkLst>
          <pc:docMk/>
          <pc:sldMk cId="0" sldId="258"/>
        </pc:sldMkLst>
        <pc:spChg chg="mod">
          <ac:chgData name="Nivetha srinivasan" userId="a6fd386ab4ce8aac" providerId="LiveId" clId="{224B9DF2-1745-4E61-8056-B421731522DD}" dt="2026-06-23T14:47:24.160" v="33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7:46.441" v="37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7:31.964" v="34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7:40.729" v="3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7:49.263" v="38" actId="1076"/>
          <ac:spMkLst>
            <pc:docMk/>
            <pc:sldMk cId="0" sldId="258"/>
            <ac:spMk id="8" creationId="{00000000-0000-0000-0000-000000000000}"/>
          </ac:spMkLst>
        </pc:spChg>
      </pc:sldChg>
      <pc:sldChg chg="modTransition">
        <pc:chgData name="Nivetha srinivasan" userId="a6fd386ab4ce8aac" providerId="LiveId" clId="{224B9DF2-1745-4E61-8056-B421731522DD}" dt="2026-06-23T14:50:24.682" v="47"/>
        <pc:sldMkLst>
          <pc:docMk/>
          <pc:sldMk cId="0" sldId="259"/>
        </pc:sldMkLst>
      </pc:sldChg>
      <pc:sldChg chg="modSp mod modTransition">
        <pc:chgData name="Nivetha srinivasan" userId="a6fd386ab4ce8aac" providerId="LiveId" clId="{224B9DF2-1745-4E61-8056-B421731522DD}" dt="2026-06-23T14:50:29.770" v="48"/>
        <pc:sldMkLst>
          <pc:docMk/>
          <pc:sldMk cId="0" sldId="260"/>
        </pc:sldMkLst>
        <pc:spChg chg="mod">
          <ac:chgData name="Nivetha srinivasan" userId="a6fd386ab4ce8aac" providerId="LiveId" clId="{224B9DF2-1745-4E61-8056-B421731522DD}" dt="2026-06-23T14:48:37.817" v="39" actId="113"/>
          <ac:spMkLst>
            <pc:docMk/>
            <pc:sldMk cId="0" sldId="260"/>
            <ac:spMk id="5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8:42.886" v="40" actId="113"/>
          <ac:spMkLst>
            <pc:docMk/>
            <pc:sldMk cId="0" sldId="260"/>
            <ac:spMk id="8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8:57.136" v="43" actId="11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Nivetha srinivasan" userId="a6fd386ab4ce8aac" providerId="LiveId" clId="{224B9DF2-1745-4E61-8056-B421731522DD}" dt="2026-06-23T14:48:51.227" v="42" actId="113"/>
          <ac:spMkLst>
            <pc:docMk/>
            <pc:sldMk cId="0" sldId="260"/>
            <ac:spMk id="14" creationId="{00000000-0000-0000-0000-000000000000}"/>
          </ac:spMkLst>
        </pc:spChg>
      </pc:sldChg>
      <pc:sldChg chg="modTransition">
        <pc:chgData name="Nivetha srinivasan" userId="a6fd386ab4ce8aac" providerId="LiveId" clId="{224B9DF2-1745-4E61-8056-B421731522DD}" dt="2026-06-23T14:50:35.215" v="49"/>
        <pc:sldMkLst>
          <pc:docMk/>
          <pc:sldMk cId="0" sldId="261"/>
        </pc:sldMkLst>
      </pc:sldChg>
      <pc:sldChg chg="modTransition">
        <pc:chgData name="Nivetha srinivasan" userId="a6fd386ab4ce8aac" providerId="LiveId" clId="{224B9DF2-1745-4E61-8056-B421731522DD}" dt="2026-06-23T14:50:38.634" v="50"/>
        <pc:sldMkLst>
          <pc:docMk/>
          <pc:sldMk cId="0" sldId="262"/>
        </pc:sldMkLst>
      </pc:sldChg>
      <pc:sldChg chg="modTransition">
        <pc:chgData name="Nivetha srinivasan" userId="a6fd386ab4ce8aac" providerId="LiveId" clId="{224B9DF2-1745-4E61-8056-B421731522DD}" dt="2026-06-23T14:50:42.385" v="51"/>
        <pc:sldMkLst>
          <pc:docMk/>
          <pc:sldMk cId="0" sldId="263"/>
        </pc:sldMkLst>
      </pc:sldChg>
      <pc:sldChg chg="modTransition">
        <pc:chgData name="Nivetha srinivasan" userId="a6fd386ab4ce8aac" providerId="LiveId" clId="{224B9DF2-1745-4E61-8056-B421731522DD}" dt="2026-06-23T14:50:46.001" v="52"/>
        <pc:sldMkLst>
          <pc:docMk/>
          <pc:sldMk cId="0" sldId="264"/>
        </pc:sldMkLst>
      </pc:sldChg>
      <pc:sldChg chg="modTransition">
        <pc:chgData name="Nivetha srinivasan" userId="a6fd386ab4ce8aac" providerId="LiveId" clId="{224B9DF2-1745-4E61-8056-B421731522DD}" dt="2026-06-23T14:50:49.773" v="53"/>
        <pc:sldMkLst>
          <pc:docMk/>
          <pc:sldMk cId="0" sldId="265"/>
        </pc:sldMkLst>
      </pc:sldChg>
      <pc:sldChg chg="modTransition">
        <pc:chgData name="Nivetha srinivasan" userId="a6fd386ab4ce8aac" providerId="LiveId" clId="{224B9DF2-1745-4E61-8056-B421731522DD}" dt="2026-06-23T14:50:53.341" v="54"/>
        <pc:sldMkLst>
          <pc:docMk/>
          <pc:sldMk cId="0" sldId="266"/>
        </pc:sldMkLst>
      </pc:sldChg>
      <pc:sldChg chg="modTransition">
        <pc:chgData name="Nivetha srinivasan" userId="a6fd386ab4ce8aac" providerId="LiveId" clId="{224B9DF2-1745-4E61-8056-B421731522DD}" dt="2026-06-23T14:50:55.770" v="55"/>
        <pc:sldMkLst>
          <pc:docMk/>
          <pc:sldMk cId="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164592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-164592"/>
            <a:ext cx="201168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3A8A"/>
                </a:solidFill>
              </a:defRPr>
            </a:pPr>
            <a:r>
              <a:t>CMD Hospital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788920"/>
            <a:ext cx="121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rPr dirty="0"/>
              <a:t>A web-based hospital system for patient registration, appointment booking, </a:t>
            </a:r>
            <a:endParaRPr lang="en-IN" dirty="0"/>
          </a:p>
          <a:p>
            <a:pPr>
              <a:defRPr sz="1800">
                <a:solidFill>
                  <a:srgbClr val="111827"/>
                </a:solidFill>
              </a:defRPr>
            </a:pPr>
            <a:r>
              <a:rPr dirty="0"/>
              <a:t>doctor approval, notifications and report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807208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78" y="2799792"/>
            <a:ext cx="11848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30959" y="2866446"/>
            <a:ext cx="2560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rPr dirty="0"/>
              <a:t>Project Type</a:t>
            </a:r>
          </a:p>
          <a:p>
            <a:pPr algn="ctr">
              <a:defRPr sz="1300">
                <a:solidFill>
                  <a:srgbClr val="4B5563"/>
                </a:solidFill>
              </a:defRPr>
            </a:pPr>
            <a:r>
              <a:rPr dirty="0"/>
              <a:t>Node.js + Express + MongoDB web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90906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0" y="3927348"/>
            <a:ext cx="118480" cy="9144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1839" y="403562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rPr dirty="0"/>
              <a:t>Presentation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rPr dirty="0"/>
              <a:t>Hospital Management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85632" y="521208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12478" y="5246370"/>
            <a:ext cx="138538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71254" y="527608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rPr dirty="0"/>
              <a:t>Main Users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rPr dirty="0"/>
              <a:t>Patients, Doctors, Staff and Admin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CMD Hospital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Digital platform to manage hospital patient and appointment workflows.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Patients can register, login, book appointments, upload reports and view notifications.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Doctors can login, view appointments, approve or reject requests and view patient reports.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Admin can view dashboard statistics, appointments, reports and notifications.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MongoDB stores patient, doctor, appointment, report and notification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Problem And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228600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3386" y="1490472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rPr dirty="0"/>
              <a:t>Problem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rPr dirty="0"/>
              <a:t>Manual hospital processes can make appointment tracking, patient identification and report management slow and difficult.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64224" y="1325880"/>
            <a:ext cx="5065776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7836" y="1325880"/>
            <a:ext cx="195072" cy="18288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40068" y="1490472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Objective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Create a simple online system where hospital users can manage appointments, patient data, reports and notifications in one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Generate continuous Patient IDs and Doctor IDs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Allow Patient ID based login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Show appointment status notifications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Store all important data in MongoDB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90472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Frontend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HTML, CSS and JavaScript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1325880"/>
            <a:ext cx="73152" cy="1325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490472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Backend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Node.js and Express.js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66760" y="132588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1490472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Database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MongoDB with Mongoose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04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73152" cy="1325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364992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File Upload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Multer for patient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2004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0" y="320040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3364992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Charts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Chart.js for admin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32004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66760" y="3200400"/>
            <a:ext cx="73152" cy="1325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3364992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Config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.env for port and MongoDB URI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Main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581912"/>
            <a:ext cx="461772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rPr dirty="0"/>
              <a:t>Patient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rPr b="1" dirty="0"/>
              <a:t>Register, login, book appointments, view history, upload reports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73152" cy="14173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581912"/>
            <a:ext cx="461772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rPr dirty="0"/>
              <a:t>Doctor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rPr b="1" dirty="0"/>
              <a:t>Login, view appointments, approve/reject, view reports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2900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429000"/>
            <a:ext cx="73152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593592"/>
            <a:ext cx="461772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rPr dirty="0"/>
              <a:t>Staff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rPr b="1" dirty="0"/>
              <a:t>Manage medicine stock, schedule and upload reports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2900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3429000"/>
            <a:ext cx="73152" cy="1417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593592"/>
            <a:ext cx="461772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rPr dirty="0"/>
              <a:t>Admin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rPr b="1" dirty="0"/>
              <a:t>View statistics, appointments, reports and notifications.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Patient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19456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395728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Register patient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68879" y="2432304"/>
            <a:ext cx="384048" cy="29260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98648" y="219456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Auto Patient ID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73168" y="2432304"/>
            <a:ext cx="384048" cy="29260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02936" y="219456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94376" y="2395728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Login with ID/email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77456" y="2432304"/>
            <a:ext cx="384048" cy="29260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07224" y="219456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98664" y="2395728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Book appointment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81744" y="2432304"/>
            <a:ext cx="384048" cy="29260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11512" y="219456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02952" y="2395728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View status notification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77639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Patient ID examples: P001, P002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Already booked appointments are loaded from MongoDB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Notifications are shown using Patient ID, email or phone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Doctor And Admin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588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490472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Doctor Login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Doctor uses email and password. A Doctor ID is created automatically for new email addresses.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72200" y="1325880"/>
            <a:ext cx="73152" cy="13716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90472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Appointment Decision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Doctor approves or rejects appointment requests from the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5468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319272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Patient Notification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Approval or rejection is saved as a notification for that patient's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15468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3154680"/>
            <a:ext cx="73152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319272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Admin Dashboard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Admin views total patients, doctors, appointments, emergency requests, reports and notifications.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Database Collections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3152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353312"/>
            <a:ext cx="470915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Patient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patientId, name, email, phone, age, gender, address, password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188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55080" y="1188720"/>
            <a:ext cx="73152" cy="107899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353312"/>
            <a:ext cx="470915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Doctor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doctorId, email, password, login 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61488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761488"/>
            <a:ext cx="73152" cy="10789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470915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Appointment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doctor, patientId, date, time, reason,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761488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2761488"/>
            <a:ext cx="73152" cy="10789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70915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Notification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role, message, patientId, appointmentId,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34256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334256"/>
            <a:ext cx="73152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498848"/>
            <a:ext cx="470915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Report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patientId, report name, file path, doctor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334256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4334256"/>
            <a:ext cx="73152" cy="107899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4498848"/>
            <a:ext cx="470915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Counter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continuous ID generation for patients and doctors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Continuous Patient ID generation avoids manual ID entry.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Patient login works with Patient ID when email is not available.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Doctor records are stored using a unique email and generated Doctor ID.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Appointment approval/rejection creates patient dashboard notifications.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Reports can be uploaded and viewed using Patient ID.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Admin dashboard gives a quick overview of hospital activity.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1. Register a patient and note the Patient ID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2. Login using Patient ID and password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3. Book an appointment from patient dashboard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4. Login as doctor and approve/reject appointment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5. Return to patient dashboard and load notifications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6. View admin dashboard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581912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Authentication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Add encrypted passwords and session based login.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73152" cy="1325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581912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Messaging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Send email/SMS notification to patients.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8328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547872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Search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Add advanced search and filters for admin and doctors.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38328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3383280"/>
            <a:ext cx="73152" cy="1325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547872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Deployment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Improve Render deployment and production database settings.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A8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06324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11827"/>
                </a:solidFill>
              </a:defRPr>
            </a:pPr>
            <a:r>
              <a:t>CMD Hospital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628</Words>
  <Application>Microsoft Office PowerPoint</Application>
  <PresentationFormat>Widescreen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Nivetha srinivasan</cp:lastModifiedBy>
  <cp:revision>1</cp:revision>
  <dcterms:created xsi:type="dcterms:W3CDTF">2013-01-27T09:14:16Z</dcterms:created>
  <dcterms:modified xsi:type="dcterms:W3CDTF">2026-06-23T14:51:46Z</dcterms:modified>
  <cp:category/>
</cp:coreProperties>
</file>